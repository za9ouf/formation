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ED7D31"/>
                </a:solidFill>
              </a:defRPr>
            </a:pPr>
            <a:r>
              <a:t>3 PIEGES QUI COUTENT CHAQUE JOUR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10362895" cy="1005840"/>
          </a:xfrm>
          <a:prstGeom prst="rect">
            <a:avLst/>
          </a:prstGeom>
          <a:solidFill>
            <a:srgbClr val="232328"/>
          </a:solidFill>
          <a:ln w="381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548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B91C1C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6002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L'URGENCE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9659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4151"/>
                </a:solidFill>
              </a:defRPr>
            </a:pPr>
            <a:r>
              <a:t>Devenue normalite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64592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3C5FD"/>
                </a:solidFill>
              </a:defRPr>
            </a:pPr>
            <a:r>
              <a:t>Chaque jour commence par: QUOI DE CASSE?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606040"/>
            <a:ext cx="10362895" cy="1005840"/>
          </a:xfrm>
          <a:prstGeom prst="rect">
            <a:avLst/>
          </a:prstGeom>
          <a:solidFill>
            <a:srgbClr val="232328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788920"/>
            <a:ext cx="548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97706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7432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LE REEMPLOI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1089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4151"/>
                </a:solidFill>
              </a:defRPr>
            </a:pPr>
            <a:r>
              <a:t>Du meme erreur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78892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3C5FD"/>
                </a:solidFill>
              </a:defRPr>
            </a:pPr>
            <a:r>
              <a:t>Meme panne. Meme cause. Meme solution temporaire.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749039"/>
            <a:ext cx="10362895" cy="1005840"/>
          </a:xfrm>
          <a:prstGeom prst="rect">
            <a:avLst/>
          </a:prstGeom>
          <a:solidFill>
            <a:srgbClr val="232328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931920"/>
            <a:ext cx="548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6534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8862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LA DEPENDANCE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251959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4151"/>
                </a:solidFill>
              </a:defRPr>
            </a:pPr>
            <a:r>
              <a:t>Aux heros de 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93192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3C5FD"/>
                </a:solidFill>
              </a:defRPr>
            </a:pPr>
            <a:r>
              <a:t>Si un expert part, 20 ans de savoir partent.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5120640"/>
            <a:ext cx="10362895" cy="13716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39496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LE LEAN CASSE CE TRIANGLE</a:t>
            </a:r>
          </a:p>
          <a:p>
            <a:pPr algn="ctr">
              <a:defRPr sz="1400">
                <a:solidFill>
                  <a:srgbClr val="6EB92E"/>
                </a:solidFill>
              </a:defRPr>
            </a:pPr>
            <a:r>
              <a:t>Pas besoin de budget. Juste un nouveau regard.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