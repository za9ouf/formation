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11827"/>
                </a:solidFill>
              </a:defRPr>
            </a:pPr>
            <a:r>
              <a:t>UNE JOURNEE SANS LEAN = UNE JOURNEE EN FEU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0" y="1097280"/>
            <a:ext cx="91440" cy="475488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0" y="329184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98B3A"/>
                </a:solidFill>
              </a:defRPr>
            </a:pPr>
            <a:r>
              <a:t>LEAN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5852160" cy="475488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91C1C"/>
                </a:solidFill>
              </a:defRPr>
            </a:pPr>
            <a:r>
              <a:t>SANS LEAN - VOTRE ACTUEL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11827"/>
                </a:solidFill>
              </a:defRPr>
            </a:pPr>
            <a:r>
              <a:t>07:00 - Le planning est deja depasse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042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11827"/>
                </a:solidFill>
              </a:defRPr>
            </a:pPr>
            <a:r>
              <a:t>09:30 - Panne non-documentee. Recherche empirique.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7977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11827"/>
                </a:solidFill>
              </a:defRPr>
            </a:pPr>
            <a:r>
              <a:t>11:00 - Piece manquante. 'C'est arrive la semaine derniere'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5526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11827"/>
                </a:solidFill>
              </a:defRPr>
            </a:pPr>
            <a:r>
              <a:t>14:00 - Meme equipement. Meme panne. 'Vieille machine'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307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11827"/>
                </a:solidFill>
              </a:defRPr>
            </a:pPr>
            <a:r>
              <a:t>16:30 - Rapport? On a pas eu le temps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062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11827"/>
                </a:solidFill>
              </a:defRPr>
            </a:pPr>
            <a:r>
              <a:t>17:00 - Demain sera pareil. 'C'est comme ca ici'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097280"/>
            <a:ext cx="6248095" cy="47548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6534"/>
                </a:solidFill>
              </a:defRPr>
            </a:pPr>
            <a:r>
              <a:t>AVEC LEAN - LE POSSIBLE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11827"/>
                </a:solidFill>
              </a:defRPr>
            </a:pPr>
            <a:r>
              <a:t>07:00 - Brief 5min. Aujourd'hui, on suit le plan.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042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11827"/>
                </a:solidFill>
              </a:defRPr>
            </a:pPr>
            <a:r>
              <a:t>09:30 - Historique consulte. Solution documentee en 3 min.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77977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11827"/>
                </a:solidFill>
              </a:defRPr>
            </a:pPr>
            <a:r>
              <a:t>11:00 - Stock gere visuellement. La piece etait la.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552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11827"/>
                </a:solidFill>
              </a:defRPr>
            </a:pPr>
            <a:r>
              <a:t>14:00 - Analyse racine. 'Cette panne ne reviendra plus'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7307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11827"/>
                </a:solidFill>
              </a:defRPr>
            </a:pPr>
            <a:r>
              <a:t>16:30 - 5min de capture d'apprentissage. Capitalisation.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2062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11827"/>
                </a:solidFill>
              </a:defRPr>
            </a:pPr>
            <a:r>
              <a:t>17:00 - Demain sera meilleur. 'On a progresse'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9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 difference n'est pas dans les moyens. Elle est dans la methode.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