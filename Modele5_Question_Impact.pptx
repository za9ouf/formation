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EB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6EB9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Si vous connaissiez le cout reel</a:t>
            </a:r>
          </a:p>
          <a:p>
            <a:pPr algn="ctr">
              <a:defRPr sz="3200" b="1">
                <a:solidFill>
                  <a:srgbClr val="ED7D31"/>
                </a:solidFill>
              </a:defRPr>
            </a:pPr>
            <a:r>
              <a:t>de 'faire comme d'habitude'...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>
                <a:solidFill>
                  <a:srgbClr val="374151"/>
                </a:solidFill>
              </a:defRPr>
            </a:pPr>
            <a:r>
              <a:t>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EB92E"/>
                </a:solidFill>
              </a:defRPr>
            </a:pPr>
            <a:r>
              <a:t>changeriez-vous quelque chose?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4663440"/>
            <a:ext cx="6705295" cy="1280160"/>
          </a:xfrm>
          <a:prstGeom prst="rect">
            <a:avLst/>
          </a:prstGeom>
          <a:solidFill>
            <a:srgbClr val="003866"/>
          </a:solidFill>
          <a:ln w="254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4846320"/>
            <a:ext cx="5790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Le probleme n'est pas que vous ne savez PAS.</a:t>
            </a:r>
          </a:p>
          <a:p/>
          <a:p>
            <a:r>
              <a:t>Le probleme est que vous ne CALCULEZ PAS.</a:t>
            </a:r>
          </a:p>
          <a:p>
            <a:pPr algn="ctr">
              <a:defRPr sz="1500">
                <a:solidFill>
                  <a:srgbClr val="93C5FD"/>
                </a:solidFill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914400" y="612648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74151"/>
                </a:solidFill>
              </a:defRPr>
            </a:pPr>
            <a:r>
              <a:t>Les 10 prochaines minutes vont changer votre regard sur vos ateliers.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