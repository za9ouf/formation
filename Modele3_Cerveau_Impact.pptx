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POURQUOI PERSONNE NE VOIT CE GASPILLAGE?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48495" cy="2286000"/>
          </a:xfrm>
          <a:prstGeom prst="rect">
            <a:avLst/>
          </a:prstGeom>
          <a:solidFill>
            <a:srgbClr val="283246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EB92E"/>
                </a:solidFill>
              </a:defRPr>
            </a:pPr>
            <a:r>
              <a:t>Parce qu'on a normalise l'anormal.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"On dirait que c'est dans la nature de cette machine de tomber en panne."</a:t>
            </a:r>
          </a:p>
          <a:p>
            <a:pPr algn="ctr">
              <a:defRPr sz="1200">
                <a:solidFill>
                  <a:srgbClr val="ED7D31"/>
                </a:solidFill>
              </a:defRPr>
            </a:pPr>
            <a:r>
              <a:t>Cette phrase dit que votre equipe a abandonne.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10362895" cy="64008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L'ILLUSION: On croit que c'est un probleme d'equipement. C'est un probleme de processus.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754880"/>
            <a:ext cx="10362895" cy="64008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920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LE SILENCE: Chaque technician sait par experience. Mais personne ne documente.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6235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LE COUT: Pas celui de la panne. Celui de ne JAMAIS apprendre de la panne.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3C5FD"/>
                </a:solidFill>
              </a:defRPr>
            </a:pPr>
            <a:r>
              <a:t>Le Lean? C'est juste une autre facon de regarder ce qui existe deja.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