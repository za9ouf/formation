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8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772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CE QUE VOUS VOYEZ vs CE QUI SE PASSE VRAIMENT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solidFill>
            <a:srgbClr val="1E232D"/>
          </a:solidFill>
          <a:ln w="25400"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B91C1C"/>
                </a:solidFill>
              </a:defRPr>
            </a:pPr>
            <a:r>
              <a:t>URGENCE DU JOUR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Panne X encore une fois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Recherche empirique de la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Pièce manquante en stock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94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• Technicien qui part avec le savoir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D7D31"/>
                </a:solidFill>
              </a:defRPr>
            </a:pPr>
            <a:r>
              <a:t>On dit: 'C'est le vieil equipement'</a:t>
            </a:r>
          </a:p>
          <a:p>
            <a:br/>
            <a:pPr>
              <a:defRPr sz="1100">
                <a:solidFill>
                  <a:srgbClr val="93C5FD"/>
                </a:solidFill>
              </a:defRPr>
            </a:pPr>
            <a:r>
              <a:t>Realite: On n'a jamais analyse le vrai probleme.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88720"/>
            <a:ext cx="5486400" cy="5029200"/>
          </a:xfrm>
          <a:prstGeom prst="rect">
            <a:avLst/>
          </a:prstGeom>
          <a:solidFill>
            <a:srgbClr val="232D23"/>
          </a:solidFill>
          <a:ln w="25400">
            <a:solidFill>
              <a:srgbClr val="6EB9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371600"/>
            <a:ext cx="51206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6EB92E"/>
                </a:solidFill>
              </a:defRPr>
            </a:pPr>
            <a:r>
              <a:t>CE QUE LE LEAN VOIT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01168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✓ Cause racine jamais identifiee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60604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✓ Solution standardisee existe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20040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✓ Stock visuel gere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3794760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✓ Savoir documente et partage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EB92E"/>
                </a:solidFill>
              </a:defRPr>
            </a:pPr>
            <a:r>
              <a:t>On dit: 'On ne savait pas'</a:t>
            </a:r>
          </a:p>
          <a:p>
            <a:br/>
            <a:pPr>
              <a:defRPr sz="1100">
                <a:solidFill>
                  <a:srgbClr val="93C5FD"/>
                </a:solidFill>
              </a:defRPr>
            </a:pPr>
            <a:r>
              <a:t>Realite: On n'avait jamais regarde.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93C5FD"/>
                </a:solidFill>
              </a:defRPr>
            </a:pPr>
            <a:r>
              <a:t>Le Lean ne change pas vos equipements. Il change votre regard.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